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Satellite Navigation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NLP Pipeline Architecture</a:t>
            </a:r>
          </a:p>
          <a:p>
            <a:r>
              <a:t>Transforming raw satellite data into actionable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NLP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pipeline processes 2,000+ raw satellite records (UCS Database).</a:t>
            </a:r>
          </a:p>
          <a:p>
            <a:pPr/>
            <a:r>
              <a:t>Extracts rich insights through 5 sequential steps.</a:t>
            </a:r>
          </a:p>
          <a:p>
            <a:pPr/>
            <a:r>
              <a:t>Core Goal: Convert raw statistics into human-readable text, analyze sentiments, evaluate capabilities, and find natural satellite clusters.</a:t>
            </a:r>
          </a:p>
          <a:p>
            <a:pPr/>
            <a:r>
              <a:t>No heavy LLMs required — uses highly optimized, rule-based and classical ML techniques (VADER, TF-IDF, K-Means).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1 &amp; 2: Data Cleaning &amp; Text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(data_cleaner.py):</a:t>
            </a:r>
          </a:p>
          <a:p>
            <a:pPr lvl="1"/>
            <a:r>
              <a:t>Loads raw CSV, filters necessary columns, handles missing values, and prepares orbital/launch data.</a:t>
            </a:r>
          </a:p>
          <a:p>
            <a:pPr/>
            <a:r>
              <a:t>Text Generation Engine (text_generator.py):</a:t>
            </a:r>
          </a:p>
          <a:p>
            <a:pPr lvl="1"/>
            <a:r>
              <a:t>A deterministic template system that converts raw tabular data (e.g., orbit class, mass, purpose) into a human-readable mission profile.</a:t>
            </a:r>
          </a:p>
          <a:p>
            <a:pPr lvl="1"/>
            <a:r>
              <a:t>Outcome: Rich, standardized text descriptions generated for every single satellite.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VADER-style rule-based sentiment scoring.</a:t>
            </a:r>
          </a:p>
          <a:p>
            <a:pPr/>
            <a:r>
              <a:t>Purpose: Analyzes the newly generated mission descriptions to detect the operational "tone" (Positive, Neutral, Negative).</a:t>
            </a:r>
          </a:p>
          <a:p>
            <a:pPr/>
            <a:r>
              <a:t>Key Insight:</a:t>
            </a:r>
          </a:p>
          <a:p>
            <a:pPr lvl="1"/>
            <a:r>
              <a:t>Civilian / LEO Earth observation missions generally show positive or neutral tones.</a:t>
            </a:r>
          </a:p>
          <a:p>
            <a:pPr lvl="1"/>
            <a:r>
              <a:t>Military-focused missions lean heavily towards a cautious, strict, or neutral operational tone.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Strategic Capability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Rule-based keyword extraction and mission assessment.</a:t>
            </a:r>
          </a:p>
          <a:p>
            <a:pPr/>
            <a:r>
              <a:t>Purpose: Evaluates each satellite's strategic versus civilian capability.</a:t>
            </a:r>
          </a:p>
          <a:p>
            <a:pPr/>
            <a:r>
              <a:t>Process:</a:t>
            </a:r>
          </a:p>
          <a:p>
            <a:pPr lvl="1"/>
            <a:r>
              <a:t>Examines mission intent, operational users (e.g., Military vs. Civil), and orbit logistics.</a:t>
            </a:r>
          </a:p>
          <a:p>
            <a:pPr lvl="1"/>
            <a:r>
              <a:t>Calculates a 'Capability Score' useful for identifying critical defense or communications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NLP Clustering &amp; Archetypes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Method: TF-IDF (Term Frequency-Inverse Document Frequency) paired with K-Means Clustering.</a:t>
            </a:r>
          </a:p>
          <a:p>
            <a:pPr/>
            <a:r>
              <a:t>Purpose: Automatically groups the satellite fleet into 6 distinct behavioral archetypes based on their mission text.</a:t>
            </a:r>
          </a:p>
          <a:p>
            <a:pPr/>
            <a:r>
              <a:t>Results: Segments the thousands of individual satellites into natural groups:</a:t>
            </a:r>
          </a:p>
          <a:p>
            <a:pPr lvl="1"/>
            <a:r>
              <a:t>E.g., "Earth Observation LEO", "Strategic Military Comms", or "Deep Space/Science".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Outputs &amp; Application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NLP pipeline directly feeds the interactive web dashboard.</a:t>
            </a:r>
          </a:p>
          <a:p>
            <a:pPr/>
            <a:r>
              <a:t>satellite_profiles.csv: The full, enriched tabular dataset with all newly generated NLP columns.</a:t>
            </a:r>
          </a:p>
          <a:p>
            <a:pPr/>
            <a:r>
              <a:t>satellite_data.json: Lightweight JSON format consumed by the frontend.</a:t>
            </a:r>
          </a:p>
          <a:p>
            <a:pPr/>
            <a:r>
              <a:t>Visualized In Dashboard:</a:t>
            </a:r>
          </a:p>
          <a:p>
            <a:pPr lvl="1"/>
            <a:r>
              <a:t>Dynamic Word Clouds based on Mission Texts.</a:t>
            </a:r>
          </a:p>
          <a:p>
            <a:pPr lvl="1"/>
            <a:r>
              <a:t>Sentiment by Orbit distributions.</a:t>
            </a:r>
          </a:p>
          <a:p>
            <a:pPr lvl="1"/>
            <a:r>
              <a:t>Strategic Capability visualizers.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